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Marykate" panose="020B0604020202020204" charset="0"/>
      <p:regular r:id="rId20"/>
    </p:embeddedFont>
    <p:embeddedFont>
      <p:font typeface="Unique" panose="020B0604020202020204" charset="0"/>
      <p:regular r:id="rId21"/>
    </p:embeddedFont>
    <p:embeddedFont>
      <p:font typeface="Vintii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jpeg"/><Relationship Id="rId7" Type="http://schemas.openxmlformats.org/officeDocument/2006/relationships/image" Target="../media/image7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jpeg"/><Relationship Id="rId7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1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jpe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8.jpe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8.jpe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9.jpe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93216">
            <a:off x="-1049628" y="6066657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3" y="0"/>
                </a:lnTo>
                <a:lnTo>
                  <a:pt x="5312173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93216">
            <a:off x="14010667" y="-1791078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4" y="0"/>
                </a:lnTo>
                <a:lnTo>
                  <a:pt x="5312174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100000">
            <a:off x="15335691" y="2710682"/>
            <a:ext cx="2662126" cy="2747034"/>
          </a:xfrm>
          <a:custGeom>
            <a:avLst/>
            <a:gdLst/>
            <a:ahLst/>
            <a:cxnLst/>
            <a:rect l="l" t="t" r="r" b="b"/>
            <a:pathLst>
              <a:path w="2662126" h="2747034">
                <a:moveTo>
                  <a:pt x="0" y="0"/>
                </a:moveTo>
                <a:lnTo>
                  <a:pt x="2662126" y="0"/>
                </a:lnTo>
                <a:lnTo>
                  <a:pt x="2662126" y="2747034"/>
                </a:lnTo>
                <a:lnTo>
                  <a:pt x="0" y="27470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64743">
            <a:off x="-3939419" y="-8123799"/>
            <a:ext cx="11652341" cy="11652341"/>
          </a:xfrm>
          <a:custGeom>
            <a:avLst/>
            <a:gdLst/>
            <a:ahLst/>
            <a:cxnLst/>
            <a:rect l="l" t="t" r="r" b="b"/>
            <a:pathLst>
              <a:path w="11652341" h="11652341">
                <a:moveTo>
                  <a:pt x="0" y="0"/>
                </a:moveTo>
                <a:lnTo>
                  <a:pt x="11652342" y="0"/>
                </a:lnTo>
                <a:lnTo>
                  <a:pt x="11652342" y="11652342"/>
                </a:lnTo>
                <a:lnTo>
                  <a:pt x="0" y="11652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886752" y="2171772"/>
            <a:ext cx="1420060" cy="1420060"/>
            <a:chOff x="0" y="0"/>
            <a:chExt cx="1893413" cy="1893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 rot="5400000">
            <a:off x="1840110" y="6695168"/>
            <a:ext cx="1420060" cy="1420060"/>
            <a:chOff x="0" y="0"/>
            <a:chExt cx="1893413" cy="18934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2347021" y="3858660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347021" y="4544109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347021" y="5229557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347021" y="5915005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096891" y="2757977"/>
            <a:ext cx="10094219" cy="370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1"/>
              </a:lnSpc>
            </a:pPr>
            <a:r>
              <a:rPr lang="en-US" sz="12338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WEB PENJUALAN TIKET KONSER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26371" y="7072210"/>
            <a:ext cx="8835257" cy="138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6"/>
              </a:lnSpc>
            </a:pPr>
            <a:r>
              <a:rPr lang="en-US" sz="4914">
                <a:solidFill>
                  <a:srgbClr val="3A3E61"/>
                </a:solidFill>
                <a:latin typeface="Vintii"/>
                <a:ea typeface="Vintii"/>
                <a:cs typeface="Vintii"/>
                <a:sym typeface="Vintii"/>
              </a:rPr>
              <a:t>disusun oleh Dea Ananta (230210055)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15674602" y="0"/>
            <a:ext cx="2613398" cy="1028700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 rot="-1764743">
            <a:off x="10343423" y="7749018"/>
            <a:ext cx="11652341" cy="11652341"/>
          </a:xfrm>
          <a:custGeom>
            <a:avLst/>
            <a:gdLst/>
            <a:ahLst/>
            <a:cxnLst/>
            <a:rect l="l" t="t" r="r" b="b"/>
            <a:pathLst>
              <a:path w="11652341" h="11652341">
                <a:moveTo>
                  <a:pt x="0" y="0"/>
                </a:moveTo>
                <a:lnTo>
                  <a:pt x="11652342" y="0"/>
                </a:lnTo>
                <a:lnTo>
                  <a:pt x="11652342" y="11652341"/>
                </a:lnTo>
                <a:lnTo>
                  <a:pt x="0" y="11652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15674602" y="9258300"/>
            <a:ext cx="2613398" cy="1028700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>
            <a:off x="0" y="9258300"/>
            <a:ext cx="2550140" cy="1028700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H="1" flipV="1">
            <a:off x="0" y="0"/>
            <a:ext cx="2562741" cy="1064656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58234" y="-1180902"/>
            <a:ext cx="11580664" cy="11580664"/>
          </a:xfrm>
          <a:custGeom>
            <a:avLst/>
            <a:gdLst/>
            <a:ahLst/>
            <a:cxnLst/>
            <a:rect l="l" t="t" r="r" b="b"/>
            <a:pathLst>
              <a:path w="11580664" h="11580664">
                <a:moveTo>
                  <a:pt x="0" y="0"/>
                </a:moveTo>
                <a:lnTo>
                  <a:pt x="11580664" y="0"/>
                </a:lnTo>
                <a:lnTo>
                  <a:pt x="11580664" y="11580665"/>
                </a:lnTo>
                <a:lnTo>
                  <a:pt x="0" y="11580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053475" y="0"/>
            <a:ext cx="11580664" cy="11580664"/>
          </a:xfrm>
          <a:custGeom>
            <a:avLst/>
            <a:gdLst/>
            <a:ahLst/>
            <a:cxnLst/>
            <a:rect l="l" t="t" r="r" b="b"/>
            <a:pathLst>
              <a:path w="11580664" h="11580664">
                <a:moveTo>
                  <a:pt x="0" y="0"/>
                </a:moveTo>
                <a:lnTo>
                  <a:pt x="11580664" y="0"/>
                </a:lnTo>
                <a:lnTo>
                  <a:pt x="11580664" y="11580664"/>
                </a:lnTo>
                <a:lnTo>
                  <a:pt x="0" y="1158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3715" y="1028700"/>
            <a:ext cx="15520570" cy="8229600"/>
          </a:xfrm>
          <a:custGeom>
            <a:avLst/>
            <a:gdLst/>
            <a:ahLst/>
            <a:cxnLst/>
            <a:rect l="l" t="t" r="r" b="b"/>
            <a:pathLst>
              <a:path w="15520570" h="8229600">
                <a:moveTo>
                  <a:pt x="0" y="0"/>
                </a:moveTo>
                <a:lnTo>
                  <a:pt x="15520570" y="0"/>
                </a:lnTo>
                <a:lnTo>
                  <a:pt x="155205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5434194" y="-2271724"/>
            <a:ext cx="7465864" cy="14813868"/>
          </a:xfrm>
          <a:custGeom>
            <a:avLst/>
            <a:gdLst/>
            <a:ahLst/>
            <a:cxnLst/>
            <a:rect l="l" t="t" r="r" b="b"/>
            <a:pathLst>
              <a:path w="7465864" h="14813868">
                <a:moveTo>
                  <a:pt x="0" y="0"/>
                </a:moveTo>
                <a:lnTo>
                  <a:pt x="7465865" y="0"/>
                </a:lnTo>
                <a:lnTo>
                  <a:pt x="7465865" y="14813868"/>
                </a:lnTo>
                <a:lnTo>
                  <a:pt x="0" y="14813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002909" y="1605368"/>
            <a:ext cx="14217672" cy="7011744"/>
            <a:chOff x="0" y="0"/>
            <a:chExt cx="3744572" cy="18467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341991" y="293191"/>
            <a:ext cx="1420060" cy="1420060"/>
            <a:chOff x="0" y="0"/>
            <a:chExt cx="1893413" cy="18934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 rot="5400000">
            <a:off x="16549270" y="8548270"/>
            <a:ext cx="1420060" cy="1420060"/>
            <a:chOff x="0" y="0"/>
            <a:chExt cx="1893413" cy="18934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790599" y="1963635"/>
            <a:ext cx="522843" cy="5291591"/>
            <a:chOff x="0" y="0"/>
            <a:chExt cx="697124" cy="7055455"/>
          </a:xfrm>
        </p:grpSpPr>
        <p:sp>
          <p:nvSpPr>
            <p:cNvPr id="26" name="Freeform 26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6997878" y="2866521"/>
            <a:ext cx="522843" cy="5291591"/>
            <a:chOff x="0" y="0"/>
            <a:chExt cx="697124" cy="7055455"/>
          </a:xfrm>
        </p:grpSpPr>
        <p:sp>
          <p:nvSpPr>
            <p:cNvPr id="35" name="Freeform 35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43" name="Freeform 43"/>
          <p:cNvSpPr/>
          <p:nvPr/>
        </p:nvSpPr>
        <p:spPr>
          <a:xfrm>
            <a:off x="2130608" y="1713251"/>
            <a:ext cx="14073037" cy="6631919"/>
          </a:xfrm>
          <a:custGeom>
            <a:avLst/>
            <a:gdLst/>
            <a:ahLst/>
            <a:cxnLst/>
            <a:rect l="l" t="t" r="r" b="b"/>
            <a:pathLst>
              <a:path w="14073037" h="6631919">
                <a:moveTo>
                  <a:pt x="0" y="0"/>
                </a:moveTo>
                <a:lnTo>
                  <a:pt x="14073037" y="0"/>
                </a:lnTo>
                <a:lnTo>
                  <a:pt x="14073037" y="6631918"/>
                </a:lnTo>
                <a:lnTo>
                  <a:pt x="0" y="66319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5352993" y="-57150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tampilan awal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90376" y="243382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02090" y="-1322495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4" y="0"/>
                </a:lnTo>
                <a:lnTo>
                  <a:pt x="5312174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688281" y="-894188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93216">
            <a:off x="-1049628" y="6066657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3" y="0"/>
                </a:lnTo>
                <a:lnTo>
                  <a:pt x="5312173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318670" y="318670"/>
            <a:ext cx="1420060" cy="1420060"/>
            <a:chOff x="0" y="0"/>
            <a:chExt cx="1893413" cy="1893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4" name="AutoShape 14"/>
          <p:cNvSpPr/>
          <p:nvPr/>
        </p:nvSpPr>
        <p:spPr>
          <a:xfrm>
            <a:off x="723715" y="2088111"/>
            <a:ext cx="15435006" cy="748004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 rot="5400000">
            <a:off x="16549270" y="8548270"/>
            <a:ext cx="1420060" cy="1420060"/>
            <a:chOff x="0" y="0"/>
            <a:chExt cx="1893413" cy="18934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3" name="Freeform 23"/>
          <p:cNvSpPr/>
          <p:nvPr/>
        </p:nvSpPr>
        <p:spPr>
          <a:xfrm rot="-5400000">
            <a:off x="9316640" y="2608135"/>
            <a:ext cx="6848190" cy="5899283"/>
          </a:xfrm>
          <a:custGeom>
            <a:avLst/>
            <a:gdLst/>
            <a:ahLst/>
            <a:cxnLst/>
            <a:rect l="l" t="t" r="r" b="b"/>
            <a:pathLst>
              <a:path w="6848190" h="5899283">
                <a:moveTo>
                  <a:pt x="0" y="0"/>
                </a:moveTo>
                <a:lnTo>
                  <a:pt x="6848189" y="0"/>
                </a:lnTo>
                <a:lnTo>
                  <a:pt x="6848189" y="5899283"/>
                </a:lnTo>
                <a:lnTo>
                  <a:pt x="0" y="5899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22" t="-77852" r="-39713" b="-74053"/>
            </a:stretch>
          </a:blipFill>
        </p:spPr>
      </p:sp>
      <p:sp>
        <p:nvSpPr>
          <p:cNvPr id="24" name="Freeform 24"/>
          <p:cNvSpPr/>
          <p:nvPr/>
        </p:nvSpPr>
        <p:spPr>
          <a:xfrm rot="-5400000">
            <a:off x="2572078" y="2409949"/>
            <a:ext cx="6848190" cy="6295655"/>
          </a:xfrm>
          <a:custGeom>
            <a:avLst/>
            <a:gdLst/>
            <a:ahLst/>
            <a:cxnLst/>
            <a:rect l="l" t="t" r="r" b="b"/>
            <a:pathLst>
              <a:path w="6848190" h="6295655">
                <a:moveTo>
                  <a:pt x="0" y="0"/>
                </a:moveTo>
                <a:lnTo>
                  <a:pt x="6848189" y="0"/>
                </a:lnTo>
                <a:lnTo>
                  <a:pt x="6848189" y="6295655"/>
                </a:lnTo>
                <a:lnTo>
                  <a:pt x="0" y="6295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797"/>
            </a:stretch>
          </a:blipFill>
        </p:spPr>
      </p:sp>
      <p:sp>
        <p:nvSpPr>
          <p:cNvPr id="25" name="AutoShape 25"/>
          <p:cNvSpPr/>
          <p:nvPr/>
        </p:nvSpPr>
        <p:spPr>
          <a:xfrm flipV="1">
            <a:off x="1364519" y="2433829"/>
            <a:ext cx="0" cy="6019055"/>
          </a:xfrm>
          <a:prstGeom prst="line">
            <a:avLst/>
          </a:prstGeom>
          <a:ln w="5715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 flipV="1">
            <a:off x="8779509" y="2528921"/>
            <a:ext cx="0" cy="6019055"/>
          </a:xfrm>
          <a:prstGeom prst="line">
            <a:avLst/>
          </a:prstGeom>
          <a:ln w="5715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0128501" y="2624013"/>
            <a:ext cx="5224467" cy="5828872"/>
            <a:chOff x="0" y="0"/>
            <a:chExt cx="728519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8519" cy="812800"/>
            </a:xfrm>
            <a:custGeom>
              <a:avLst/>
              <a:gdLst/>
              <a:ahLst/>
              <a:cxnLst/>
              <a:rect l="l" t="t" r="r" b="b"/>
              <a:pathLst>
                <a:path w="728519" h="812800">
                  <a:moveTo>
                    <a:pt x="0" y="0"/>
                  </a:moveTo>
                  <a:lnTo>
                    <a:pt x="728519" y="0"/>
                  </a:lnTo>
                  <a:lnTo>
                    <a:pt x="72851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340" r="-340"/>
              </a:stretch>
            </a:blipFill>
          </p:spPr>
        </p:sp>
      </p:grpSp>
      <p:sp>
        <p:nvSpPr>
          <p:cNvPr id="29" name="Freeform 29"/>
          <p:cNvSpPr/>
          <p:nvPr/>
        </p:nvSpPr>
        <p:spPr>
          <a:xfrm>
            <a:off x="3512986" y="2433829"/>
            <a:ext cx="4966374" cy="6356958"/>
          </a:xfrm>
          <a:custGeom>
            <a:avLst/>
            <a:gdLst/>
            <a:ahLst/>
            <a:cxnLst/>
            <a:rect l="l" t="t" r="r" b="b"/>
            <a:pathLst>
              <a:path w="4966374" h="6356958">
                <a:moveTo>
                  <a:pt x="0" y="0"/>
                </a:moveTo>
                <a:lnTo>
                  <a:pt x="4966373" y="0"/>
                </a:lnTo>
                <a:lnTo>
                  <a:pt x="4966373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161722" y="1241058"/>
            <a:ext cx="3668900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buat akun 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06284" y="1241058"/>
            <a:ext cx="3668900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login user</a:t>
            </a:r>
          </a:p>
        </p:txBody>
      </p:sp>
      <p:sp>
        <p:nvSpPr>
          <p:cNvPr id="32" name="AutoShape 32"/>
          <p:cNvSpPr/>
          <p:nvPr/>
        </p:nvSpPr>
        <p:spPr>
          <a:xfrm flipV="1">
            <a:off x="3249101" y="2528921"/>
            <a:ext cx="0" cy="6019055"/>
          </a:xfrm>
          <a:prstGeom prst="line">
            <a:avLst/>
          </a:prstGeom>
          <a:ln w="5715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757755" y="1809548"/>
            <a:ext cx="12815572" cy="6055358"/>
          </a:xfrm>
          <a:custGeom>
            <a:avLst/>
            <a:gdLst/>
            <a:ahLst/>
            <a:cxnLst/>
            <a:rect l="l" t="t" r="r" b="b"/>
            <a:pathLst>
              <a:path w="12815572" h="6055358">
                <a:moveTo>
                  <a:pt x="0" y="0"/>
                </a:moveTo>
                <a:lnTo>
                  <a:pt x="12815572" y="0"/>
                </a:lnTo>
                <a:lnTo>
                  <a:pt x="12815572" y="6055358"/>
                </a:lnTo>
                <a:lnTo>
                  <a:pt x="0" y="60553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fitur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555760" y="1763072"/>
            <a:ext cx="13116392" cy="6148309"/>
          </a:xfrm>
          <a:custGeom>
            <a:avLst/>
            <a:gdLst/>
            <a:ahLst/>
            <a:cxnLst/>
            <a:rect l="l" t="t" r="r" b="b"/>
            <a:pathLst>
              <a:path w="13116392" h="6148309">
                <a:moveTo>
                  <a:pt x="0" y="0"/>
                </a:moveTo>
                <a:lnTo>
                  <a:pt x="13116392" y="0"/>
                </a:lnTo>
                <a:lnTo>
                  <a:pt x="13116392" y="6148309"/>
                </a:lnTo>
                <a:lnTo>
                  <a:pt x="0" y="6148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fitur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5070840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901214"/>
            <a:ext cx="14456560" cy="9053846"/>
          </a:xfrm>
          <a:custGeom>
            <a:avLst/>
            <a:gdLst/>
            <a:ahLst/>
            <a:cxnLst/>
            <a:rect l="l" t="t" r="r" b="b"/>
            <a:pathLst>
              <a:path w="14456560" h="9053846">
                <a:moveTo>
                  <a:pt x="0" y="0"/>
                </a:moveTo>
                <a:lnTo>
                  <a:pt x="14456560" y="0"/>
                </a:lnTo>
                <a:lnTo>
                  <a:pt x="14456560" y="9053847"/>
                </a:lnTo>
                <a:lnTo>
                  <a:pt x="0" y="9053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1" t="-7001" r="-291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4915275" y="-1485715"/>
            <a:ext cx="8500532" cy="13798307"/>
          </a:xfrm>
          <a:custGeom>
            <a:avLst/>
            <a:gdLst/>
            <a:ahLst/>
            <a:cxnLst/>
            <a:rect l="l" t="t" r="r" b="b"/>
            <a:pathLst>
              <a:path w="8500532" h="13798307">
                <a:moveTo>
                  <a:pt x="0" y="0"/>
                </a:moveTo>
                <a:lnTo>
                  <a:pt x="8500532" y="0"/>
                </a:lnTo>
                <a:lnTo>
                  <a:pt x="8500532" y="13798306"/>
                </a:lnTo>
                <a:lnTo>
                  <a:pt x="0" y="13798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27" t="-2063" r="-1581" b="-206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325166"/>
            <a:ext cx="13242983" cy="8159634"/>
            <a:chOff x="0" y="0"/>
            <a:chExt cx="3744572" cy="2307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2307210"/>
            </a:xfrm>
            <a:custGeom>
              <a:avLst/>
              <a:gdLst/>
              <a:ahLst/>
              <a:cxnLst/>
              <a:rect l="l" t="t" r="r" b="b"/>
              <a:pathLst>
                <a:path w="3744572" h="2307210">
                  <a:moveTo>
                    <a:pt x="0" y="0"/>
                  </a:moveTo>
                  <a:lnTo>
                    <a:pt x="3744572" y="0"/>
                  </a:lnTo>
                  <a:lnTo>
                    <a:pt x="3744572" y="2307210"/>
                  </a:lnTo>
                  <a:lnTo>
                    <a:pt x="0" y="2307210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235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633581" y="1458277"/>
            <a:ext cx="6010479" cy="3897753"/>
          </a:xfrm>
          <a:custGeom>
            <a:avLst/>
            <a:gdLst/>
            <a:ahLst/>
            <a:cxnLst/>
            <a:rect l="l" t="t" r="r" b="b"/>
            <a:pathLst>
              <a:path w="6010479" h="3897753">
                <a:moveTo>
                  <a:pt x="0" y="0"/>
                </a:moveTo>
                <a:lnTo>
                  <a:pt x="6010479" y="0"/>
                </a:lnTo>
                <a:lnTo>
                  <a:pt x="6010479" y="3897753"/>
                </a:lnTo>
                <a:lnTo>
                  <a:pt x="0" y="389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548" r="-18960" b="-151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825035" y="1458277"/>
            <a:ext cx="6910412" cy="3861193"/>
          </a:xfrm>
          <a:custGeom>
            <a:avLst/>
            <a:gdLst/>
            <a:ahLst/>
            <a:cxnLst/>
            <a:rect l="l" t="t" r="r" b="b"/>
            <a:pathLst>
              <a:path w="6910412" h="3861193">
                <a:moveTo>
                  <a:pt x="0" y="0"/>
                </a:moveTo>
                <a:lnTo>
                  <a:pt x="6910412" y="0"/>
                </a:lnTo>
                <a:lnTo>
                  <a:pt x="6910412" y="3861192"/>
                </a:lnTo>
                <a:lnTo>
                  <a:pt x="0" y="3861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484685" y="5428137"/>
            <a:ext cx="7494989" cy="4056663"/>
          </a:xfrm>
          <a:custGeom>
            <a:avLst/>
            <a:gdLst/>
            <a:ahLst/>
            <a:cxnLst/>
            <a:rect l="l" t="t" r="r" b="b"/>
            <a:pathLst>
              <a:path w="7494989" h="4056663">
                <a:moveTo>
                  <a:pt x="0" y="0"/>
                </a:moveTo>
                <a:lnTo>
                  <a:pt x="7494989" y="0"/>
                </a:lnTo>
                <a:lnTo>
                  <a:pt x="7494989" y="4056663"/>
                </a:lnTo>
                <a:lnTo>
                  <a:pt x="0" y="40566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51407" y="54161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view artis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492465" y="1716849"/>
            <a:ext cx="13242983" cy="6240756"/>
          </a:xfrm>
          <a:custGeom>
            <a:avLst/>
            <a:gdLst/>
            <a:ahLst/>
            <a:cxnLst/>
            <a:rect l="l" t="t" r="r" b="b"/>
            <a:pathLst>
              <a:path w="13242983" h="6240756">
                <a:moveTo>
                  <a:pt x="0" y="0"/>
                </a:moveTo>
                <a:lnTo>
                  <a:pt x="13242982" y="0"/>
                </a:lnTo>
                <a:lnTo>
                  <a:pt x="13242982" y="6240755"/>
                </a:lnTo>
                <a:lnTo>
                  <a:pt x="0" y="6240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fitur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097170" y="1648330"/>
            <a:ext cx="12033573" cy="6377793"/>
          </a:xfrm>
          <a:custGeom>
            <a:avLst/>
            <a:gdLst/>
            <a:ahLst/>
            <a:cxnLst/>
            <a:rect l="l" t="t" r="r" b="b"/>
            <a:pathLst>
              <a:path w="12033573" h="6377793">
                <a:moveTo>
                  <a:pt x="0" y="0"/>
                </a:moveTo>
                <a:lnTo>
                  <a:pt x="12033572" y="0"/>
                </a:lnTo>
                <a:lnTo>
                  <a:pt x="12033572" y="6377793"/>
                </a:lnTo>
                <a:lnTo>
                  <a:pt x="0" y="63777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693926" y="1800866"/>
            <a:ext cx="12819818" cy="5977240"/>
          </a:xfrm>
          <a:custGeom>
            <a:avLst/>
            <a:gdLst/>
            <a:ahLst/>
            <a:cxnLst/>
            <a:rect l="l" t="t" r="r" b="b"/>
            <a:pathLst>
              <a:path w="12819818" h="5977240">
                <a:moveTo>
                  <a:pt x="0" y="0"/>
                </a:moveTo>
                <a:lnTo>
                  <a:pt x="12819818" y="0"/>
                </a:lnTo>
                <a:lnTo>
                  <a:pt x="12819818" y="5977240"/>
                </a:lnTo>
                <a:lnTo>
                  <a:pt x="0" y="59772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fitur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611318" y="1636606"/>
            <a:ext cx="11108446" cy="6401242"/>
          </a:xfrm>
          <a:custGeom>
            <a:avLst/>
            <a:gdLst/>
            <a:ahLst/>
            <a:cxnLst/>
            <a:rect l="l" t="t" r="r" b="b"/>
            <a:pathLst>
              <a:path w="11108446" h="6401242">
                <a:moveTo>
                  <a:pt x="0" y="0"/>
                </a:moveTo>
                <a:lnTo>
                  <a:pt x="11108446" y="0"/>
                </a:lnTo>
                <a:lnTo>
                  <a:pt x="11108446" y="6401242"/>
                </a:lnTo>
                <a:lnTo>
                  <a:pt x="0" y="6401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tiket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512816">
            <a:off x="-4292634" y="-1843060"/>
            <a:ext cx="13973120" cy="13973120"/>
          </a:xfrm>
          <a:custGeom>
            <a:avLst/>
            <a:gdLst/>
            <a:ahLst/>
            <a:cxnLst/>
            <a:rect l="l" t="t" r="r" b="b"/>
            <a:pathLst>
              <a:path w="13973120" h="13973120">
                <a:moveTo>
                  <a:pt x="0" y="0"/>
                </a:moveTo>
                <a:lnTo>
                  <a:pt x="13973120" y="0"/>
                </a:lnTo>
                <a:lnTo>
                  <a:pt x="13973120" y="13973120"/>
                </a:lnTo>
                <a:lnTo>
                  <a:pt x="0" y="1397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15720" y="1034564"/>
            <a:ext cx="14456560" cy="7665421"/>
          </a:xfrm>
          <a:custGeom>
            <a:avLst/>
            <a:gdLst/>
            <a:ahLst/>
            <a:cxnLst/>
            <a:rect l="l" t="t" r="r" b="b"/>
            <a:pathLst>
              <a:path w="14456560" h="7665421">
                <a:moveTo>
                  <a:pt x="0" y="0"/>
                </a:moveTo>
                <a:lnTo>
                  <a:pt x="14456560" y="0"/>
                </a:lnTo>
                <a:lnTo>
                  <a:pt x="14456560" y="7665422"/>
                </a:lnTo>
                <a:lnTo>
                  <a:pt x="0" y="7665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951" b="-15699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5688519" y="-2039600"/>
            <a:ext cx="6954044" cy="13798307"/>
          </a:xfrm>
          <a:custGeom>
            <a:avLst/>
            <a:gdLst/>
            <a:ahLst/>
            <a:cxnLst/>
            <a:rect l="l" t="t" r="r" b="b"/>
            <a:pathLst>
              <a:path w="6954044" h="13798307">
                <a:moveTo>
                  <a:pt x="0" y="0"/>
                </a:moveTo>
                <a:lnTo>
                  <a:pt x="6954044" y="0"/>
                </a:lnTo>
                <a:lnTo>
                  <a:pt x="6954044" y="13798307"/>
                </a:lnTo>
                <a:lnTo>
                  <a:pt x="0" y="1379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96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92465" y="1571699"/>
            <a:ext cx="13242983" cy="6531055"/>
            <a:chOff x="0" y="0"/>
            <a:chExt cx="3744572" cy="18467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4572" cy="1846714"/>
            </a:xfrm>
            <a:custGeom>
              <a:avLst/>
              <a:gdLst/>
              <a:ahLst/>
              <a:cxnLst/>
              <a:rect l="l" t="t" r="r" b="b"/>
              <a:pathLst>
                <a:path w="3744572" h="1846714">
                  <a:moveTo>
                    <a:pt x="0" y="0"/>
                  </a:moveTo>
                  <a:lnTo>
                    <a:pt x="3744572" y="0"/>
                  </a:lnTo>
                  <a:lnTo>
                    <a:pt x="3744572" y="1846714"/>
                  </a:lnTo>
                  <a:lnTo>
                    <a:pt x="0" y="1846714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44572" cy="189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2700000">
            <a:off x="364516" y="63197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499016">
            <a:off x="15556636" y="734822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flipH="1">
            <a:off x="-540252" y="3407153"/>
            <a:ext cx="1568952" cy="5170039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83133" y="3701157"/>
            <a:ext cx="38100" cy="6991254"/>
          </a:xfrm>
          <a:prstGeom prst="line">
            <a:avLst/>
          </a:prstGeom>
          <a:ln w="76200" cap="rnd">
            <a:solidFill>
              <a:srgbClr val="9AA5D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2492465" y="1716849"/>
            <a:ext cx="13242983" cy="6240756"/>
          </a:xfrm>
          <a:custGeom>
            <a:avLst/>
            <a:gdLst/>
            <a:ahLst/>
            <a:cxnLst/>
            <a:rect l="l" t="t" r="r" b="b"/>
            <a:pathLst>
              <a:path w="13242983" h="6240756">
                <a:moveTo>
                  <a:pt x="0" y="0"/>
                </a:moveTo>
                <a:lnTo>
                  <a:pt x="13242982" y="0"/>
                </a:lnTo>
                <a:lnTo>
                  <a:pt x="13242982" y="6240755"/>
                </a:lnTo>
                <a:lnTo>
                  <a:pt x="0" y="62407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351407" y="181646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fitur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28104" y="9056176"/>
            <a:ext cx="9666344" cy="0"/>
          </a:xfrm>
          <a:prstGeom prst="line">
            <a:avLst/>
          </a:prstGeom>
          <a:ln w="7620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3093881" y="-346189"/>
            <a:ext cx="10979378" cy="10979378"/>
          </a:xfrm>
          <a:custGeom>
            <a:avLst/>
            <a:gdLst/>
            <a:ahLst/>
            <a:cxnLst/>
            <a:rect l="l" t="t" r="r" b="b"/>
            <a:pathLst>
              <a:path w="10979378" h="10979378">
                <a:moveTo>
                  <a:pt x="0" y="0"/>
                </a:moveTo>
                <a:lnTo>
                  <a:pt x="10979378" y="0"/>
                </a:lnTo>
                <a:lnTo>
                  <a:pt x="10979378" y="10979378"/>
                </a:lnTo>
                <a:lnTo>
                  <a:pt x="0" y="10979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028104" y="1206349"/>
            <a:ext cx="9666344" cy="38100"/>
          </a:xfrm>
          <a:prstGeom prst="line">
            <a:avLst/>
          </a:prstGeom>
          <a:ln w="7620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5400000">
            <a:off x="14306663" y="534419"/>
            <a:ext cx="1420060" cy="1420060"/>
            <a:chOff x="0" y="0"/>
            <a:chExt cx="1893413" cy="18934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 rot="5400000">
            <a:off x="14620762" y="8346146"/>
            <a:ext cx="1420060" cy="1420060"/>
            <a:chOff x="0" y="0"/>
            <a:chExt cx="1893413" cy="18934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6040822" y="3858660"/>
            <a:ext cx="592806" cy="2562077"/>
            <a:chOff x="0" y="0"/>
            <a:chExt cx="790408" cy="34161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551256" y="1798694"/>
            <a:ext cx="6143192" cy="6707774"/>
          </a:xfrm>
          <a:custGeom>
            <a:avLst/>
            <a:gdLst/>
            <a:ahLst/>
            <a:cxnLst/>
            <a:rect l="l" t="t" r="r" b="b"/>
            <a:pathLst>
              <a:path w="6143192" h="6707774">
                <a:moveTo>
                  <a:pt x="0" y="0"/>
                </a:moveTo>
                <a:lnTo>
                  <a:pt x="6143192" y="0"/>
                </a:lnTo>
                <a:lnTo>
                  <a:pt x="6143192" y="6707774"/>
                </a:lnTo>
                <a:lnTo>
                  <a:pt x="0" y="6707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773894" y="4022319"/>
            <a:ext cx="5620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0"/>
              </a:lnSpc>
            </a:pPr>
            <a:r>
              <a:rPr lang="en-US" sz="7191" dirty="0">
                <a:solidFill>
                  <a:schemeClr val="bg2"/>
                </a:solidFill>
                <a:latin typeface="Unique"/>
                <a:ea typeface="Unique"/>
                <a:cs typeface="Unique"/>
                <a:sym typeface="Unique"/>
              </a:rPr>
              <a:t>LOGIN</a:t>
            </a:r>
          </a:p>
          <a:p>
            <a:pPr algn="ctr">
              <a:lnSpc>
                <a:spcPts val="7910"/>
              </a:lnSpc>
            </a:pPr>
            <a:r>
              <a:rPr lang="en-US" sz="7191" dirty="0">
                <a:solidFill>
                  <a:schemeClr val="bg2"/>
                </a:solidFill>
                <a:latin typeface="Unique"/>
                <a:ea typeface="Unique"/>
                <a:cs typeface="Unique"/>
                <a:sym typeface="Unique"/>
              </a:rPr>
              <a:t> ADMIN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86100" y="-266560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1695" y="10287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800" y="1028700"/>
            <a:ext cx="14988802" cy="8229600"/>
          </a:xfrm>
          <a:custGeom>
            <a:avLst/>
            <a:gdLst/>
            <a:ahLst/>
            <a:cxnLst/>
            <a:rect l="l" t="t" r="r" b="b"/>
            <a:pathLst>
              <a:path w="14988802" h="8229600">
                <a:moveTo>
                  <a:pt x="0" y="0"/>
                </a:moveTo>
                <a:lnTo>
                  <a:pt x="14988802" y="0"/>
                </a:lnTo>
                <a:lnTo>
                  <a:pt x="149888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4060"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886598" y="1244449"/>
            <a:ext cx="14432047" cy="0"/>
          </a:xfrm>
          <a:prstGeom prst="line">
            <a:avLst/>
          </a:prstGeom>
          <a:ln w="7620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5400000">
            <a:off x="16300589" y="2171772"/>
            <a:ext cx="1420060" cy="1420060"/>
            <a:chOff x="0" y="0"/>
            <a:chExt cx="1893413" cy="1893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 rot="5400000">
            <a:off x="16253947" y="6695168"/>
            <a:ext cx="1420060" cy="1420060"/>
            <a:chOff x="0" y="0"/>
            <a:chExt cx="1893413" cy="18934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22" name="AutoShape 22"/>
          <p:cNvSpPr/>
          <p:nvPr/>
        </p:nvSpPr>
        <p:spPr>
          <a:xfrm>
            <a:off x="886598" y="9018076"/>
            <a:ext cx="14432047" cy="0"/>
          </a:xfrm>
          <a:prstGeom prst="line">
            <a:avLst/>
          </a:prstGeom>
          <a:ln w="76200" cap="rnd">
            <a:solidFill>
              <a:srgbClr val="3A3E6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6725876" y="3858660"/>
            <a:ext cx="592806" cy="2562077"/>
            <a:chOff x="0" y="0"/>
            <a:chExt cx="790408" cy="34161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 rot="-5400000">
            <a:off x="4485892" y="-2000313"/>
            <a:ext cx="7388617" cy="14287626"/>
          </a:xfrm>
          <a:custGeom>
            <a:avLst/>
            <a:gdLst/>
            <a:ahLst/>
            <a:cxnLst/>
            <a:rect l="l" t="t" r="r" b="b"/>
            <a:pathLst>
              <a:path w="7388617" h="14287626">
                <a:moveTo>
                  <a:pt x="0" y="0"/>
                </a:moveTo>
                <a:lnTo>
                  <a:pt x="7388617" y="0"/>
                </a:lnTo>
                <a:lnTo>
                  <a:pt x="7388617" y="14287626"/>
                </a:lnTo>
                <a:lnTo>
                  <a:pt x="0" y="14287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239" r="-12419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262388" y="1673902"/>
            <a:ext cx="13835626" cy="6939196"/>
            <a:chOff x="0" y="0"/>
            <a:chExt cx="3912147" cy="19621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12147" cy="1962120"/>
            </a:xfrm>
            <a:custGeom>
              <a:avLst/>
              <a:gdLst/>
              <a:ahLst/>
              <a:cxnLst/>
              <a:rect l="l" t="t" r="r" b="b"/>
              <a:pathLst>
                <a:path w="3912147" h="1962120">
                  <a:moveTo>
                    <a:pt x="0" y="0"/>
                  </a:moveTo>
                  <a:lnTo>
                    <a:pt x="3912147" y="0"/>
                  </a:lnTo>
                  <a:lnTo>
                    <a:pt x="3912147" y="1962120"/>
                  </a:lnTo>
                  <a:lnTo>
                    <a:pt x="0" y="1962120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912147" cy="2009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149388" y="1844358"/>
            <a:ext cx="14061626" cy="6573810"/>
          </a:xfrm>
          <a:custGeom>
            <a:avLst/>
            <a:gdLst/>
            <a:ahLst/>
            <a:cxnLst/>
            <a:rect l="l" t="t" r="r" b="b"/>
            <a:pathLst>
              <a:path w="14061626" h="6573810">
                <a:moveTo>
                  <a:pt x="0" y="0"/>
                </a:moveTo>
                <a:lnTo>
                  <a:pt x="14061626" y="0"/>
                </a:lnTo>
                <a:lnTo>
                  <a:pt x="14061626" y="6573810"/>
                </a:lnTo>
                <a:lnTo>
                  <a:pt x="0" y="6573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5756827" y="181646"/>
            <a:ext cx="6774346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tampialan admin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363162">
            <a:off x="-2745472" y="-4218862"/>
            <a:ext cx="11863790" cy="11863790"/>
          </a:xfrm>
          <a:custGeom>
            <a:avLst/>
            <a:gdLst/>
            <a:ahLst/>
            <a:cxnLst/>
            <a:rect l="l" t="t" r="r" b="b"/>
            <a:pathLst>
              <a:path w="11863790" h="11863790">
                <a:moveTo>
                  <a:pt x="0" y="0"/>
                </a:moveTo>
                <a:lnTo>
                  <a:pt x="11863789" y="0"/>
                </a:lnTo>
                <a:lnTo>
                  <a:pt x="11863789" y="11863790"/>
                </a:lnTo>
                <a:lnTo>
                  <a:pt x="0" y="11863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02090" y="-1322495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4" y="0"/>
                </a:lnTo>
                <a:lnTo>
                  <a:pt x="5312174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593216">
            <a:off x="-1049628" y="6066657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3" y="0"/>
                </a:lnTo>
                <a:lnTo>
                  <a:pt x="5312173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11705" y="651325"/>
            <a:ext cx="16864590" cy="8984349"/>
            <a:chOff x="0" y="0"/>
            <a:chExt cx="4441703" cy="2366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1703" cy="2366248"/>
            </a:xfrm>
            <a:custGeom>
              <a:avLst/>
              <a:gdLst/>
              <a:ahLst/>
              <a:cxnLst/>
              <a:rect l="l" t="t" r="r" b="b"/>
              <a:pathLst>
                <a:path w="4441703" h="2366248">
                  <a:moveTo>
                    <a:pt x="23412" y="0"/>
                  </a:moveTo>
                  <a:lnTo>
                    <a:pt x="4418290" y="0"/>
                  </a:lnTo>
                  <a:cubicBezTo>
                    <a:pt x="4424500" y="0"/>
                    <a:pt x="4430455" y="2467"/>
                    <a:pt x="4434845" y="6857"/>
                  </a:cubicBezTo>
                  <a:cubicBezTo>
                    <a:pt x="4439236" y="11248"/>
                    <a:pt x="4441703" y="17203"/>
                    <a:pt x="4441703" y="23412"/>
                  </a:cubicBezTo>
                  <a:lnTo>
                    <a:pt x="4441703" y="2342836"/>
                  </a:lnTo>
                  <a:cubicBezTo>
                    <a:pt x="4441703" y="2355766"/>
                    <a:pt x="4431221" y="2366248"/>
                    <a:pt x="4418290" y="2366248"/>
                  </a:cubicBezTo>
                  <a:lnTo>
                    <a:pt x="23412" y="2366248"/>
                  </a:lnTo>
                  <a:cubicBezTo>
                    <a:pt x="17203" y="2366248"/>
                    <a:pt x="11248" y="2363782"/>
                    <a:pt x="6857" y="2359391"/>
                  </a:cubicBezTo>
                  <a:cubicBezTo>
                    <a:pt x="2467" y="2355000"/>
                    <a:pt x="0" y="2349045"/>
                    <a:pt x="0" y="2342836"/>
                  </a:cubicBezTo>
                  <a:lnTo>
                    <a:pt x="0" y="23412"/>
                  </a:lnTo>
                  <a:cubicBezTo>
                    <a:pt x="0" y="10482"/>
                    <a:pt x="10482" y="0"/>
                    <a:pt x="234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9AA5DF"/>
              </a:solidFill>
              <a:prstDash val="dash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441703" cy="241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9426754" y="-3140347"/>
            <a:ext cx="3663499" cy="12001593"/>
          </a:xfrm>
          <a:custGeom>
            <a:avLst/>
            <a:gdLst/>
            <a:ahLst/>
            <a:cxnLst/>
            <a:rect l="l" t="t" r="r" b="b"/>
            <a:pathLst>
              <a:path w="3663499" h="12001593">
                <a:moveTo>
                  <a:pt x="0" y="0"/>
                </a:moveTo>
                <a:lnTo>
                  <a:pt x="3663499" y="0"/>
                </a:lnTo>
                <a:lnTo>
                  <a:pt x="3663499" y="12001593"/>
                </a:lnTo>
                <a:lnTo>
                  <a:pt x="0" y="12001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086" t="-3998" r="-77069"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9500371" y="1499371"/>
            <a:ext cx="3663499" cy="11854360"/>
          </a:xfrm>
          <a:custGeom>
            <a:avLst/>
            <a:gdLst/>
            <a:ahLst/>
            <a:cxnLst/>
            <a:rect l="l" t="t" r="r" b="b"/>
            <a:pathLst>
              <a:path w="3663499" h="11854360">
                <a:moveTo>
                  <a:pt x="0" y="0"/>
                </a:moveTo>
                <a:lnTo>
                  <a:pt x="3663499" y="0"/>
                </a:lnTo>
                <a:lnTo>
                  <a:pt x="3663499" y="11854359"/>
                </a:lnTo>
                <a:lnTo>
                  <a:pt x="0" y="11854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76" r="-81868"/>
            </a:stretch>
          </a:blipFill>
        </p:spPr>
      </p:sp>
      <p:sp>
        <p:nvSpPr>
          <p:cNvPr id="10" name="AutoShape 10"/>
          <p:cNvSpPr/>
          <p:nvPr/>
        </p:nvSpPr>
        <p:spPr>
          <a:xfrm flipV="1">
            <a:off x="4547677" y="2860450"/>
            <a:ext cx="710030" cy="2149630"/>
          </a:xfrm>
          <a:prstGeom prst="line">
            <a:avLst/>
          </a:prstGeom>
          <a:ln w="66675" cap="rnd">
            <a:solidFill>
              <a:srgbClr val="F1EDE2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4547677" y="5143500"/>
            <a:ext cx="857263" cy="2283050"/>
          </a:xfrm>
          <a:prstGeom prst="line">
            <a:avLst/>
          </a:prstGeom>
          <a:ln w="66675" cap="rnd">
            <a:solidFill>
              <a:srgbClr val="F1EDE2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5400000">
            <a:off x="3837647" y="4327806"/>
            <a:ext cx="1420060" cy="1420060"/>
            <a:chOff x="0" y="0"/>
            <a:chExt cx="1893413" cy="18934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3413" cy="1893413"/>
            </a:xfrm>
            <a:custGeom>
              <a:avLst/>
              <a:gdLst/>
              <a:ahLst/>
              <a:cxnLst/>
              <a:rect l="l" t="t" r="r" b="b"/>
              <a:pathLst>
                <a:path w="1893413" h="1893413">
                  <a:moveTo>
                    <a:pt x="0" y="0"/>
                  </a:moveTo>
                  <a:lnTo>
                    <a:pt x="1893413" y="0"/>
                  </a:lnTo>
                  <a:lnTo>
                    <a:pt x="1893413" y="1893413"/>
                  </a:lnTo>
                  <a:lnTo>
                    <a:pt x="0" y="1893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4" name="Group 14"/>
            <p:cNvGrpSpPr/>
            <p:nvPr/>
          </p:nvGrpSpPr>
          <p:grpSpPr>
            <a:xfrm>
              <a:off x="839799" y="527514"/>
              <a:ext cx="213816" cy="21381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39799" y="1152084"/>
              <a:ext cx="213816" cy="21381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028700" y="1028700"/>
            <a:ext cx="592806" cy="2562077"/>
            <a:chOff x="0" y="0"/>
            <a:chExt cx="790408" cy="341610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028700" y="6696223"/>
            <a:ext cx="592806" cy="2562077"/>
            <a:chOff x="0" y="0"/>
            <a:chExt cx="790408" cy="34161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5614539" y="1178596"/>
            <a:ext cx="11287929" cy="3363708"/>
          </a:xfrm>
          <a:custGeom>
            <a:avLst/>
            <a:gdLst/>
            <a:ahLst/>
            <a:cxnLst/>
            <a:rect l="l" t="t" r="r" b="b"/>
            <a:pathLst>
              <a:path w="11287929" h="3363708">
                <a:moveTo>
                  <a:pt x="0" y="0"/>
                </a:moveTo>
                <a:lnTo>
                  <a:pt x="11287929" y="0"/>
                </a:lnTo>
                <a:lnTo>
                  <a:pt x="11287929" y="3363707"/>
                </a:lnTo>
                <a:lnTo>
                  <a:pt x="0" y="33637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735" t="-6246" r="-4914" b="-17559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522961" y="5807247"/>
            <a:ext cx="11618319" cy="3238606"/>
          </a:xfrm>
          <a:custGeom>
            <a:avLst/>
            <a:gdLst/>
            <a:ahLst/>
            <a:cxnLst/>
            <a:rect l="l" t="t" r="r" b="b"/>
            <a:pathLst>
              <a:path w="11618319" h="3238606">
                <a:moveTo>
                  <a:pt x="0" y="0"/>
                </a:moveTo>
                <a:lnTo>
                  <a:pt x="11618319" y="0"/>
                </a:lnTo>
                <a:lnTo>
                  <a:pt x="11618319" y="3238607"/>
                </a:lnTo>
                <a:lnTo>
                  <a:pt x="0" y="32386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585135" y="4329436"/>
            <a:ext cx="2558829" cy="157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FFFFFF"/>
                </a:solidFill>
                <a:latin typeface="Unique"/>
                <a:ea typeface="Unique"/>
                <a:cs typeface="Unique"/>
                <a:sym typeface="Unique"/>
              </a:rPr>
              <a:t>fitur 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19005" y="1734022"/>
            <a:ext cx="8885393" cy="8885393"/>
          </a:xfrm>
          <a:custGeom>
            <a:avLst/>
            <a:gdLst/>
            <a:ahLst/>
            <a:cxnLst/>
            <a:rect l="l" t="t" r="r" b="b"/>
            <a:pathLst>
              <a:path w="8885393" h="8885393">
                <a:moveTo>
                  <a:pt x="0" y="0"/>
                </a:moveTo>
                <a:lnTo>
                  <a:pt x="8885393" y="0"/>
                </a:lnTo>
                <a:lnTo>
                  <a:pt x="8885393" y="8885393"/>
                </a:lnTo>
                <a:lnTo>
                  <a:pt x="0" y="888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31369" y="-328631"/>
            <a:ext cx="8885393" cy="8885393"/>
          </a:xfrm>
          <a:custGeom>
            <a:avLst/>
            <a:gdLst/>
            <a:ahLst/>
            <a:cxnLst/>
            <a:rect l="l" t="t" r="r" b="b"/>
            <a:pathLst>
              <a:path w="8885393" h="8885393">
                <a:moveTo>
                  <a:pt x="0" y="0"/>
                </a:moveTo>
                <a:lnTo>
                  <a:pt x="8885393" y="0"/>
                </a:lnTo>
                <a:lnTo>
                  <a:pt x="8885393" y="8885393"/>
                </a:lnTo>
                <a:lnTo>
                  <a:pt x="0" y="888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15720" y="1034564"/>
            <a:ext cx="14456560" cy="8223736"/>
          </a:xfrm>
          <a:custGeom>
            <a:avLst/>
            <a:gdLst/>
            <a:ahLst/>
            <a:cxnLst/>
            <a:rect l="l" t="t" r="r" b="b"/>
            <a:pathLst>
              <a:path w="14456560" h="8223736">
                <a:moveTo>
                  <a:pt x="0" y="0"/>
                </a:moveTo>
                <a:lnTo>
                  <a:pt x="14456560" y="0"/>
                </a:lnTo>
                <a:lnTo>
                  <a:pt x="14456560" y="8223736"/>
                </a:lnTo>
                <a:lnTo>
                  <a:pt x="0" y="822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20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5402680" y="-1753761"/>
            <a:ext cx="7525721" cy="13798307"/>
          </a:xfrm>
          <a:custGeom>
            <a:avLst/>
            <a:gdLst/>
            <a:ahLst/>
            <a:cxnLst/>
            <a:rect l="l" t="t" r="r" b="b"/>
            <a:pathLst>
              <a:path w="7525721" h="13798307">
                <a:moveTo>
                  <a:pt x="0" y="0"/>
                </a:moveTo>
                <a:lnTo>
                  <a:pt x="7525721" y="0"/>
                </a:lnTo>
                <a:lnTo>
                  <a:pt x="7525721" y="13798306"/>
                </a:lnTo>
                <a:lnTo>
                  <a:pt x="0" y="13798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09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492465" y="1571699"/>
            <a:ext cx="13242983" cy="7125735"/>
            <a:chOff x="0" y="0"/>
            <a:chExt cx="3744572" cy="2014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4572" cy="2014866"/>
            </a:xfrm>
            <a:custGeom>
              <a:avLst/>
              <a:gdLst/>
              <a:ahLst/>
              <a:cxnLst/>
              <a:rect l="l" t="t" r="r" b="b"/>
              <a:pathLst>
                <a:path w="3744572" h="2014866">
                  <a:moveTo>
                    <a:pt x="0" y="0"/>
                  </a:moveTo>
                  <a:lnTo>
                    <a:pt x="3744572" y="0"/>
                  </a:lnTo>
                  <a:lnTo>
                    <a:pt x="3744572" y="2014866"/>
                  </a:lnTo>
                  <a:lnTo>
                    <a:pt x="0" y="2014866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744572" cy="206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2700000">
            <a:off x="183386" y="15356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700000">
            <a:off x="15524383" y="767928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67278" y="4995409"/>
            <a:ext cx="522843" cy="5291591"/>
            <a:chOff x="0" y="0"/>
            <a:chExt cx="697124" cy="7055455"/>
          </a:xfrm>
        </p:grpSpPr>
        <p:sp>
          <p:nvSpPr>
            <p:cNvPr id="12" name="Freeform 12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6997878" y="0"/>
            <a:ext cx="522843" cy="5291591"/>
            <a:chOff x="0" y="0"/>
            <a:chExt cx="697124" cy="7055455"/>
          </a:xfrm>
        </p:grpSpPr>
        <p:sp>
          <p:nvSpPr>
            <p:cNvPr id="21" name="Freeform 21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9" name="Freeform 29"/>
          <p:cNvSpPr/>
          <p:nvPr/>
        </p:nvSpPr>
        <p:spPr>
          <a:xfrm>
            <a:off x="2695815" y="1734022"/>
            <a:ext cx="12903526" cy="6822739"/>
          </a:xfrm>
          <a:custGeom>
            <a:avLst/>
            <a:gdLst/>
            <a:ahLst/>
            <a:cxnLst/>
            <a:rect l="l" t="t" r="r" b="b"/>
            <a:pathLst>
              <a:path w="12903526" h="6822739">
                <a:moveTo>
                  <a:pt x="0" y="0"/>
                </a:moveTo>
                <a:lnTo>
                  <a:pt x="12903526" y="0"/>
                </a:lnTo>
                <a:lnTo>
                  <a:pt x="12903526" y="6822740"/>
                </a:lnTo>
                <a:lnTo>
                  <a:pt x="0" y="68227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968371" y="187535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tiket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19005" y="1734022"/>
            <a:ext cx="8885393" cy="8885393"/>
          </a:xfrm>
          <a:custGeom>
            <a:avLst/>
            <a:gdLst/>
            <a:ahLst/>
            <a:cxnLst/>
            <a:rect l="l" t="t" r="r" b="b"/>
            <a:pathLst>
              <a:path w="8885393" h="8885393">
                <a:moveTo>
                  <a:pt x="0" y="0"/>
                </a:moveTo>
                <a:lnTo>
                  <a:pt x="8885393" y="0"/>
                </a:lnTo>
                <a:lnTo>
                  <a:pt x="8885393" y="8885393"/>
                </a:lnTo>
                <a:lnTo>
                  <a:pt x="0" y="888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31369" y="-328631"/>
            <a:ext cx="8885393" cy="8885393"/>
          </a:xfrm>
          <a:custGeom>
            <a:avLst/>
            <a:gdLst/>
            <a:ahLst/>
            <a:cxnLst/>
            <a:rect l="l" t="t" r="r" b="b"/>
            <a:pathLst>
              <a:path w="8885393" h="8885393">
                <a:moveTo>
                  <a:pt x="0" y="0"/>
                </a:moveTo>
                <a:lnTo>
                  <a:pt x="8885393" y="0"/>
                </a:lnTo>
                <a:lnTo>
                  <a:pt x="8885393" y="8885393"/>
                </a:lnTo>
                <a:lnTo>
                  <a:pt x="0" y="8885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15720" y="1034564"/>
            <a:ext cx="14456560" cy="8223736"/>
          </a:xfrm>
          <a:custGeom>
            <a:avLst/>
            <a:gdLst/>
            <a:ahLst/>
            <a:cxnLst/>
            <a:rect l="l" t="t" r="r" b="b"/>
            <a:pathLst>
              <a:path w="14456560" h="8223736">
                <a:moveTo>
                  <a:pt x="0" y="0"/>
                </a:moveTo>
                <a:lnTo>
                  <a:pt x="14456560" y="0"/>
                </a:lnTo>
                <a:lnTo>
                  <a:pt x="14456560" y="8223736"/>
                </a:lnTo>
                <a:lnTo>
                  <a:pt x="0" y="822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20"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5402680" y="-1753761"/>
            <a:ext cx="7525721" cy="13798307"/>
          </a:xfrm>
          <a:custGeom>
            <a:avLst/>
            <a:gdLst/>
            <a:ahLst/>
            <a:cxnLst/>
            <a:rect l="l" t="t" r="r" b="b"/>
            <a:pathLst>
              <a:path w="7525721" h="13798307">
                <a:moveTo>
                  <a:pt x="0" y="0"/>
                </a:moveTo>
                <a:lnTo>
                  <a:pt x="7525721" y="0"/>
                </a:lnTo>
                <a:lnTo>
                  <a:pt x="7525721" y="13798306"/>
                </a:lnTo>
                <a:lnTo>
                  <a:pt x="0" y="13798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09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492465" y="1571699"/>
            <a:ext cx="13242983" cy="7125735"/>
            <a:chOff x="0" y="0"/>
            <a:chExt cx="3744572" cy="20148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4572" cy="2014866"/>
            </a:xfrm>
            <a:custGeom>
              <a:avLst/>
              <a:gdLst/>
              <a:ahLst/>
              <a:cxnLst/>
              <a:rect l="l" t="t" r="r" b="b"/>
              <a:pathLst>
                <a:path w="3744572" h="2014866">
                  <a:moveTo>
                    <a:pt x="0" y="0"/>
                  </a:moveTo>
                  <a:lnTo>
                    <a:pt x="3744572" y="0"/>
                  </a:lnTo>
                  <a:lnTo>
                    <a:pt x="3744572" y="2014866"/>
                  </a:lnTo>
                  <a:lnTo>
                    <a:pt x="0" y="2014866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744572" cy="2062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2700000">
            <a:off x="183386" y="153564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700000">
            <a:off x="15524383" y="7679285"/>
            <a:ext cx="2381963" cy="2457935"/>
          </a:xfrm>
          <a:custGeom>
            <a:avLst/>
            <a:gdLst/>
            <a:ahLst/>
            <a:cxnLst/>
            <a:rect l="l" t="t" r="r" b="b"/>
            <a:pathLst>
              <a:path w="2381963" h="2457935">
                <a:moveTo>
                  <a:pt x="0" y="0"/>
                </a:moveTo>
                <a:lnTo>
                  <a:pt x="2381963" y="0"/>
                </a:lnTo>
                <a:lnTo>
                  <a:pt x="2381963" y="2457935"/>
                </a:lnTo>
                <a:lnTo>
                  <a:pt x="0" y="2457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67278" y="4995409"/>
            <a:ext cx="522843" cy="5291591"/>
            <a:chOff x="0" y="0"/>
            <a:chExt cx="697124" cy="7055455"/>
          </a:xfrm>
        </p:grpSpPr>
        <p:sp>
          <p:nvSpPr>
            <p:cNvPr id="12" name="Freeform 12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6997878" y="0"/>
            <a:ext cx="522843" cy="5291591"/>
            <a:chOff x="0" y="0"/>
            <a:chExt cx="697124" cy="7055455"/>
          </a:xfrm>
        </p:grpSpPr>
        <p:sp>
          <p:nvSpPr>
            <p:cNvPr id="21" name="Freeform 21"/>
            <p:cNvSpPr/>
            <p:nvPr/>
          </p:nvSpPr>
          <p:spPr>
            <a:xfrm>
              <a:off x="0" y="363935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4553284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0" y="5467215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0" y="6381146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0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0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0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9" name="Freeform 29"/>
          <p:cNvSpPr/>
          <p:nvPr/>
        </p:nvSpPr>
        <p:spPr>
          <a:xfrm>
            <a:off x="2492465" y="1892562"/>
            <a:ext cx="13242983" cy="6472508"/>
          </a:xfrm>
          <a:custGeom>
            <a:avLst/>
            <a:gdLst/>
            <a:ahLst/>
            <a:cxnLst/>
            <a:rect l="l" t="t" r="r" b="b"/>
            <a:pathLst>
              <a:path w="13242983" h="6472508">
                <a:moveTo>
                  <a:pt x="0" y="0"/>
                </a:moveTo>
                <a:lnTo>
                  <a:pt x="13242982" y="0"/>
                </a:lnTo>
                <a:lnTo>
                  <a:pt x="13242982" y="6472508"/>
                </a:lnTo>
                <a:lnTo>
                  <a:pt x="0" y="64725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968371" y="187535"/>
            <a:ext cx="7628267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transaksi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25189">
            <a:off x="15794744" y="5386987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02090" y="-1322495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4" y="0"/>
                </a:lnTo>
                <a:lnTo>
                  <a:pt x="5312174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025189">
            <a:off x="-5688281" y="-467875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93216">
            <a:off x="-1049628" y="6066657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3" y="0"/>
                </a:lnTo>
                <a:lnTo>
                  <a:pt x="5312173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503096" y="7910545"/>
            <a:ext cx="1853455" cy="1853455"/>
            <a:chOff x="0" y="0"/>
            <a:chExt cx="2471273" cy="2471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71273" cy="2471273"/>
            </a:xfrm>
            <a:custGeom>
              <a:avLst/>
              <a:gdLst/>
              <a:ahLst/>
              <a:cxnLst/>
              <a:rect l="l" t="t" r="r" b="b"/>
              <a:pathLst>
                <a:path w="2471273" h="2471273">
                  <a:moveTo>
                    <a:pt x="0" y="0"/>
                  </a:moveTo>
                  <a:lnTo>
                    <a:pt x="2471273" y="0"/>
                  </a:lnTo>
                  <a:lnTo>
                    <a:pt x="2471273" y="2471273"/>
                  </a:lnTo>
                  <a:lnTo>
                    <a:pt x="0" y="247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1096101" y="688508"/>
              <a:ext cx="279071" cy="27907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096101" y="1503694"/>
              <a:ext cx="279071" cy="27907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Freeform 14"/>
          <p:cNvSpPr/>
          <p:nvPr/>
        </p:nvSpPr>
        <p:spPr>
          <a:xfrm rot="-5400000">
            <a:off x="6786806" y="-1082960"/>
            <a:ext cx="5140216" cy="13192736"/>
          </a:xfrm>
          <a:custGeom>
            <a:avLst/>
            <a:gdLst/>
            <a:ahLst/>
            <a:cxnLst/>
            <a:rect l="l" t="t" r="r" b="b"/>
            <a:pathLst>
              <a:path w="5140216" h="13192736">
                <a:moveTo>
                  <a:pt x="0" y="0"/>
                </a:moveTo>
                <a:lnTo>
                  <a:pt x="5140217" y="0"/>
                </a:lnTo>
                <a:lnTo>
                  <a:pt x="5140217" y="13192736"/>
                </a:lnTo>
                <a:lnTo>
                  <a:pt x="0" y="13192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784" r="-82131" b="-2556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079787" y="3272577"/>
            <a:ext cx="12643903" cy="4452346"/>
            <a:chOff x="0" y="0"/>
            <a:chExt cx="3575177" cy="12589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75177" cy="1258941"/>
            </a:xfrm>
            <a:custGeom>
              <a:avLst/>
              <a:gdLst/>
              <a:ahLst/>
              <a:cxnLst/>
              <a:rect l="l" t="t" r="r" b="b"/>
              <a:pathLst>
                <a:path w="3575177" h="1258941">
                  <a:moveTo>
                    <a:pt x="0" y="0"/>
                  </a:moveTo>
                  <a:lnTo>
                    <a:pt x="3575177" y="0"/>
                  </a:lnTo>
                  <a:lnTo>
                    <a:pt x="3575177" y="1258941"/>
                  </a:lnTo>
                  <a:lnTo>
                    <a:pt x="0" y="1258941"/>
                  </a:lnTo>
                  <a:close/>
                </a:path>
              </a:pathLst>
            </a:custGeom>
            <a:solidFill>
              <a:srgbClr val="FFFFFF">
                <a:alpha val="52941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575177" cy="1306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1775">
                  <a:solidFill>
                    <a:srgbClr val="FFFFFF">
                      <a:alpha val="52941"/>
                    </a:srgbClr>
                  </a:solidFill>
                  <a:latin typeface="Marykate"/>
                  <a:ea typeface="Marykate"/>
                  <a:cs typeface="Marykate"/>
                  <a:sym typeface="Marykate"/>
                </a:rPr>
                <a:t> 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107841" y="1715023"/>
            <a:ext cx="3668900" cy="84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</a:pPr>
            <a:r>
              <a:rPr lang="en-US" sz="5195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user</a:t>
            </a: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16185794" y="299493"/>
            <a:ext cx="1853455" cy="1853455"/>
            <a:chOff x="0" y="0"/>
            <a:chExt cx="2471273" cy="24712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71273" cy="2471273"/>
            </a:xfrm>
            <a:custGeom>
              <a:avLst/>
              <a:gdLst/>
              <a:ahLst/>
              <a:cxnLst/>
              <a:rect l="l" t="t" r="r" b="b"/>
              <a:pathLst>
                <a:path w="2471273" h="2471273">
                  <a:moveTo>
                    <a:pt x="0" y="0"/>
                  </a:moveTo>
                  <a:lnTo>
                    <a:pt x="2471273" y="0"/>
                  </a:lnTo>
                  <a:lnTo>
                    <a:pt x="2471273" y="2471273"/>
                  </a:lnTo>
                  <a:lnTo>
                    <a:pt x="0" y="247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1096101" y="688508"/>
              <a:ext cx="279071" cy="27907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96101" y="1503694"/>
              <a:ext cx="279071" cy="279071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7373">
                      <a:alpha val="100000"/>
                    </a:srgbClr>
                  </a:gs>
                  <a:gs pos="100000">
                    <a:srgbClr val="343434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206693" y="0"/>
            <a:ext cx="592806" cy="2562077"/>
            <a:chOff x="0" y="0"/>
            <a:chExt cx="790408" cy="341610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7446443" y="7724923"/>
            <a:ext cx="592806" cy="2562077"/>
            <a:chOff x="0" y="0"/>
            <a:chExt cx="790408" cy="341610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>
              <a:off x="31094" y="913931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62189" y="1827862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4" y="0"/>
                  </a:lnTo>
                  <a:lnTo>
                    <a:pt x="697124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93283" y="2741793"/>
              <a:ext cx="697124" cy="674309"/>
            </a:xfrm>
            <a:custGeom>
              <a:avLst/>
              <a:gdLst/>
              <a:ahLst/>
              <a:cxnLst/>
              <a:rect l="l" t="t" r="r" b="b"/>
              <a:pathLst>
                <a:path w="697124" h="674309">
                  <a:moveTo>
                    <a:pt x="0" y="0"/>
                  </a:moveTo>
                  <a:lnTo>
                    <a:pt x="697125" y="0"/>
                  </a:lnTo>
                  <a:lnTo>
                    <a:pt x="697125" y="674309"/>
                  </a:lnTo>
                  <a:lnTo>
                    <a:pt x="0" y="674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7" name="Freeform 37"/>
          <p:cNvSpPr/>
          <p:nvPr/>
        </p:nvSpPr>
        <p:spPr>
          <a:xfrm>
            <a:off x="3292702" y="3596103"/>
            <a:ext cx="12128426" cy="3805294"/>
          </a:xfrm>
          <a:custGeom>
            <a:avLst/>
            <a:gdLst/>
            <a:ahLst/>
            <a:cxnLst/>
            <a:rect l="l" t="t" r="r" b="b"/>
            <a:pathLst>
              <a:path w="12128426" h="3805294">
                <a:moveTo>
                  <a:pt x="0" y="0"/>
                </a:moveTo>
                <a:lnTo>
                  <a:pt x="12128425" y="0"/>
                </a:lnTo>
                <a:lnTo>
                  <a:pt x="12128425" y="3805294"/>
                </a:lnTo>
                <a:lnTo>
                  <a:pt x="0" y="3805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78740" y="34826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593216">
            <a:off x="-1049628" y="6066657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3" y="0"/>
                </a:lnTo>
                <a:lnTo>
                  <a:pt x="5312173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73200" y="2839721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93216">
            <a:off x="14010667" y="-1791078"/>
            <a:ext cx="5312174" cy="6071055"/>
          </a:xfrm>
          <a:custGeom>
            <a:avLst/>
            <a:gdLst/>
            <a:ahLst/>
            <a:cxnLst/>
            <a:rect l="l" t="t" r="r" b="b"/>
            <a:pathLst>
              <a:path w="5312174" h="6071055">
                <a:moveTo>
                  <a:pt x="0" y="0"/>
                </a:moveTo>
                <a:lnTo>
                  <a:pt x="5312174" y="0"/>
                </a:lnTo>
                <a:lnTo>
                  <a:pt x="5312174" y="6071055"/>
                </a:lnTo>
                <a:lnTo>
                  <a:pt x="0" y="607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11705" y="651325"/>
            <a:ext cx="16864590" cy="8984349"/>
            <a:chOff x="0" y="0"/>
            <a:chExt cx="4441703" cy="2366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1703" cy="2366248"/>
            </a:xfrm>
            <a:custGeom>
              <a:avLst/>
              <a:gdLst/>
              <a:ahLst/>
              <a:cxnLst/>
              <a:rect l="l" t="t" r="r" b="b"/>
              <a:pathLst>
                <a:path w="4441703" h="2366248">
                  <a:moveTo>
                    <a:pt x="23412" y="0"/>
                  </a:moveTo>
                  <a:lnTo>
                    <a:pt x="4418290" y="0"/>
                  </a:lnTo>
                  <a:cubicBezTo>
                    <a:pt x="4424500" y="0"/>
                    <a:pt x="4430455" y="2467"/>
                    <a:pt x="4434845" y="6857"/>
                  </a:cubicBezTo>
                  <a:cubicBezTo>
                    <a:pt x="4439236" y="11248"/>
                    <a:pt x="4441703" y="17203"/>
                    <a:pt x="4441703" y="23412"/>
                  </a:cubicBezTo>
                  <a:lnTo>
                    <a:pt x="4441703" y="2342836"/>
                  </a:lnTo>
                  <a:cubicBezTo>
                    <a:pt x="4441703" y="2355766"/>
                    <a:pt x="4431221" y="2366248"/>
                    <a:pt x="4418290" y="2366248"/>
                  </a:cubicBezTo>
                  <a:lnTo>
                    <a:pt x="23412" y="2366248"/>
                  </a:lnTo>
                  <a:cubicBezTo>
                    <a:pt x="17203" y="2366248"/>
                    <a:pt x="11248" y="2363782"/>
                    <a:pt x="6857" y="2359391"/>
                  </a:cubicBezTo>
                  <a:cubicBezTo>
                    <a:pt x="2467" y="2355000"/>
                    <a:pt x="0" y="2349045"/>
                    <a:pt x="0" y="2342836"/>
                  </a:cubicBezTo>
                  <a:lnTo>
                    <a:pt x="0" y="23412"/>
                  </a:lnTo>
                  <a:cubicBezTo>
                    <a:pt x="0" y="10482"/>
                    <a:pt x="10482" y="0"/>
                    <a:pt x="234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>
              <a:solidFill>
                <a:srgbClr val="9AA5DF"/>
              </a:solidFill>
              <a:prstDash val="dash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41703" cy="241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5839240" y="2209872"/>
            <a:ext cx="1420060" cy="1420060"/>
          </a:xfrm>
          <a:custGeom>
            <a:avLst/>
            <a:gdLst/>
            <a:ahLst/>
            <a:cxnLst/>
            <a:rect l="l" t="t" r="r" b="b"/>
            <a:pathLst>
              <a:path w="1420060" h="1420060">
                <a:moveTo>
                  <a:pt x="0" y="0"/>
                </a:moveTo>
                <a:lnTo>
                  <a:pt x="1420060" y="0"/>
                </a:lnTo>
                <a:lnTo>
                  <a:pt x="1420060" y="1420060"/>
                </a:lnTo>
                <a:lnTo>
                  <a:pt x="0" y="1420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5400000">
            <a:off x="16703303" y="2839721"/>
            <a:ext cx="160362" cy="1603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16234876" y="2839721"/>
            <a:ext cx="160362" cy="16036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15792598" y="6733268"/>
            <a:ext cx="1420060" cy="1420060"/>
          </a:xfrm>
          <a:custGeom>
            <a:avLst/>
            <a:gdLst/>
            <a:ahLst/>
            <a:cxnLst/>
            <a:rect l="l" t="t" r="r" b="b"/>
            <a:pathLst>
              <a:path w="1420060" h="1420060">
                <a:moveTo>
                  <a:pt x="0" y="0"/>
                </a:moveTo>
                <a:lnTo>
                  <a:pt x="1420060" y="0"/>
                </a:lnTo>
                <a:lnTo>
                  <a:pt x="1420060" y="1420060"/>
                </a:lnTo>
                <a:lnTo>
                  <a:pt x="0" y="1420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5400000">
            <a:off x="16656661" y="7363117"/>
            <a:ext cx="160362" cy="16036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6188234" y="7363117"/>
            <a:ext cx="160362" cy="16036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299509" y="3896760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99509" y="4582209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299509" y="5267657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99509" y="5953105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2700000">
            <a:off x="8104892" y="420705"/>
            <a:ext cx="2078215" cy="2144500"/>
          </a:xfrm>
          <a:custGeom>
            <a:avLst/>
            <a:gdLst/>
            <a:ahLst/>
            <a:cxnLst/>
            <a:rect l="l" t="t" r="r" b="b"/>
            <a:pathLst>
              <a:path w="2078215" h="2144500">
                <a:moveTo>
                  <a:pt x="0" y="0"/>
                </a:moveTo>
                <a:lnTo>
                  <a:pt x="2078216" y="0"/>
                </a:lnTo>
                <a:lnTo>
                  <a:pt x="2078216" y="2144500"/>
                </a:lnTo>
                <a:lnTo>
                  <a:pt x="0" y="214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967298" y="3223027"/>
            <a:ext cx="8353404" cy="3709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1"/>
              </a:lnSpc>
            </a:pPr>
            <a:r>
              <a:rPr lang="en-US" sz="12338">
                <a:solidFill>
                  <a:srgbClr val="3A3E61"/>
                </a:solidFill>
                <a:latin typeface="Unique"/>
                <a:ea typeface="Unique"/>
                <a:cs typeface="Unique"/>
                <a:sym typeface="Unique"/>
              </a:rPr>
              <a:t>TERIMA KASIH</a:t>
            </a:r>
          </a:p>
        </p:txBody>
      </p:sp>
      <p:sp>
        <p:nvSpPr>
          <p:cNvPr id="29" name="Freeform 29"/>
          <p:cNvSpPr/>
          <p:nvPr/>
        </p:nvSpPr>
        <p:spPr>
          <a:xfrm rot="5400000">
            <a:off x="1075342" y="2209872"/>
            <a:ext cx="1420060" cy="1420060"/>
          </a:xfrm>
          <a:custGeom>
            <a:avLst/>
            <a:gdLst/>
            <a:ahLst/>
            <a:cxnLst/>
            <a:rect l="l" t="t" r="r" b="b"/>
            <a:pathLst>
              <a:path w="1420060" h="1420060">
                <a:moveTo>
                  <a:pt x="0" y="0"/>
                </a:moveTo>
                <a:lnTo>
                  <a:pt x="1420060" y="0"/>
                </a:lnTo>
                <a:lnTo>
                  <a:pt x="1420060" y="1420060"/>
                </a:lnTo>
                <a:lnTo>
                  <a:pt x="0" y="1420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 rot="5400000">
            <a:off x="1939405" y="2839721"/>
            <a:ext cx="160362" cy="16036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1470977" y="2839721"/>
            <a:ext cx="160362" cy="160362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 rot="5400000">
            <a:off x="1028700" y="6733268"/>
            <a:ext cx="1420060" cy="1420060"/>
          </a:xfrm>
          <a:custGeom>
            <a:avLst/>
            <a:gdLst/>
            <a:ahLst/>
            <a:cxnLst/>
            <a:rect l="l" t="t" r="r" b="b"/>
            <a:pathLst>
              <a:path w="1420060" h="1420060">
                <a:moveTo>
                  <a:pt x="0" y="0"/>
                </a:moveTo>
                <a:lnTo>
                  <a:pt x="1420060" y="0"/>
                </a:lnTo>
                <a:lnTo>
                  <a:pt x="1420060" y="1420060"/>
                </a:lnTo>
                <a:lnTo>
                  <a:pt x="0" y="1420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 rot="5400000">
            <a:off x="1892763" y="7363117"/>
            <a:ext cx="160362" cy="160362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424335" y="7363117"/>
            <a:ext cx="160362" cy="160362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7373">
                    <a:alpha val="100000"/>
                  </a:srgbClr>
                </a:gs>
                <a:gs pos="100000">
                  <a:srgbClr val="343434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4372" tIns="54372" rIns="54372" bIns="5437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535611" y="3896760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535611" y="4582209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535611" y="5267657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35611" y="5953105"/>
            <a:ext cx="522843" cy="505732"/>
          </a:xfrm>
          <a:custGeom>
            <a:avLst/>
            <a:gdLst/>
            <a:ahLst/>
            <a:cxnLst/>
            <a:rect l="l" t="t" r="r" b="b"/>
            <a:pathLst>
              <a:path w="522843" h="505732">
                <a:moveTo>
                  <a:pt x="0" y="0"/>
                </a:moveTo>
                <a:lnTo>
                  <a:pt x="522843" y="0"/>
                </a:lnTo>
                <a:lnTo>
                  <a:pt x="522843" y="505732"/>
                </a:lnTo>
                <a:lnTo>
                  <a:pt x="0" y="505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Custom</PresentationFormat>
  <Paragraphs>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Vintii</vt:lpstr>
      <vt:lpstr>Marykate</vt:lpstr>
      <vt:lpstr>Unique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Krem Aesthetic Scrapbook Tugas Presentasi</dc:title>
  <cp:lastModifiedBy>ACER LAPTOP</cp:lastModifiedBy>
  <cp:revision>2</cp:revision>
  <dcterms:created xsi:type="dcterms:W3CDTF">2006-08-16T00:00:00Z</dcterms:created>
  <dcterms:modified xsi:type="dcterms:W3CDTF">2025-06-11T08:35:08Z</dcterms:modified>
  <dc:identifier>DAGqBvygA0I</dc:identifier>
</cp:coreProperties>
</file>